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3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78990-FB54-424A-9CF4-BEA245A800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6470C5-A415-4663-A0D3-6874BC1CE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CFDCA-AFD4-487C-8D2B-7FC3B89D9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524A9-D086-4D33-AB03-22B619E4D09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4790F-155D-41F6-9846-A92F071A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E6A94-2755-4C1B-883B-0A4EEA4B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C8819-9216-4785-927B-631CA0207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46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6B4BD-CE9C-4094-A654-B64DD5A28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5B804-C2C1-47D9-A489-FFFCF9911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1EE2F-F047-48A3-AEFA-B227EACF2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524A9-D086-4D33-AB03-22B619E4D09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75021-551D-4ABD-BF14-42E17C727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15092-C036-4008-B879-630B6DFA6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C8819-9216-4785-927B-631CA0207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106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E5D25-B46A-4D14-ACDD-B3801070E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E687B-A042-412E-B89A-0C9697BD4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9DE2A-8436-4186-91BB-C25DFE02C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524A9-D086-4D33-AB03-22B619E4D09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9194A-B7DD-4F4F-81EE-2D70DA62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D580F-5D3D-4AAD-8FE8-65270425B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C8819-9216-4785-927B-631CA0207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04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DA97C-E0B2-4E19-A79A-F4840C9B4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E9E24-3E83-47A2-98A5-813F4360CF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5491E1-3FD2-4B7A-9DA3-28CFF37A6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BFDD5A-A931-44A2-884E-CA7E413B8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524A9-D086-4D33-AB03-22B619E4D09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70C10A-3921-4BF5-BB25-90317D685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F81D5D-E4DF-47AA-82BF-ACDBDBFE9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C8819-9216-4785-927B-631CA0207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162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65332-29B0-4124-A3D4-657202368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000F3-6C49-4B88-8AA6-12503C2EA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EA4068-C53D-47B1-8BA5-9CB5939725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097358-F56B-4E89-94C1-6D4E46BC74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C0D9A0-0120-472C-B3EC-B081274AF7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527D2E-6E8E-4524-9AC8-5F7707049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524A9-D086-4D33-AB03-22B619E4D09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6CF49C-01F8-4138-8B38-B25A0545C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85E5EB-7A65-4E65-9210-24185509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C8819-9216-4785-927B-631CA0207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69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4C277-85FA-4CA4-8DCD-6AEC662A3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DDA782-1723-4D55-8FB0-874CC0AED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524A9-D086-4D33-AB03-22B619E4D09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7976E-0648-4172-82F2-323D009A4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716299-42AA-4819-B602-1FE969C38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C8819-9216-4785-927B-631CA0207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725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C09110-8F99-4D8E-BB55-7218ED26F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524A9-D086-4D33-AB03-22B619E4D09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12CBB2-6442-4BCB-B4EB-97B8BBBE3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F7EE5-4546-47F8-903B-77C88A18D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C8819-9216-4785-927B-631CA0207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906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48AF5-2709-4876-9452-70F88E279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60E9D-5CC0-4019-92F0-DDB2EE34D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E4B68-29A5-4EBD-8B77-9F001F91D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E128B-EDA2-435B-9685-6D2CFDDD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524A9-D086-4D33-AB03-22B619E4D09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745C7-D4D8-42C0-9A8F-2C5B27E88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0BB1F7-5D86-440D-81AC-2C42090A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C8819-9216-4785-927B-631CA0207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591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16181-5363-442D-B733-D1906A15B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1DF86B-4E23-478D-A27A-3086919A69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BAD9A-807F-499F-84AE-812BF6716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FDABD-F79D-4E3A-B14F-E5A3F2FB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524A9-D086-4D33-AB03-22B619E4D09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138C1A-F218-4AFB-9A87-A010A5FFC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5A8C9D-CF56-4681-AB33-E31961A76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C8819-9216-4785-927B-631CA0207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241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1860D-FDDB-4731-85E9-F202CDFA3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88F10-046C-4250-975E-E50C8F5E00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D886A-FDF7-4C94-B7B5-7235B5FF7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524A9-D086-4D33-AB03-22B619E4D09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56C3D-3216-46C0-B2FC-8718EF76B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11965-F4F2-4A01-BA36-E0753F5CF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C8819-9216-4785-927B-631CA0207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63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B8F9E9-C226-453A-9A08-4E84B752E8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D22537-FCBB-4E0D-91A9-7E328B10BB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E8B12-6F2A-4D81-8170-26B4F972E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524A9-D086-4D33-AB03-22B619E4D09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DC142-0AE3-4704-A050-08FD418F8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4E057-1848-4CA9-ADC1-9219B5406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C8819-9216-4785-927B-631CA0207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41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F9DD62-1408-4226-93AC-161A62417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256CD3-4F65-4C2F-86EB-7125E79AC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1A0B4-A6D9-451D-90AB-AAD061527D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524A9-D086-4D33-AB03-22B619E4D09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AA3EC-CAD0-4438-B070-87D57A230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7E94A-4A37-45B2-B0DF-9CE911248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C8819-9216-4785-927B-631CA0207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146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E73CD-8496-44D2-B119-DFAF5401B4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97859"/>
            <a:ext cx="9144000" cy="995082"/>
          </a:xfrm>
        </p:spPr>
        <p:txBody>
          <a:bodyPr>
            <a:noAutofit/>
          </a:bodyPr>
          <a:lstStyle/>
          <a:p>
            <a:r>
              <a:rPr lang="en-US" sz="3000" b="1" dirty="0"/>
              <a:t>Taste-Lens AI-Powered Mood-Based Recommendation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6DE530-8FF1-4983-950C-D584CBDD6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96353"/>
            <a:ext cx="9144000" cy="4338918"/>
          </a:xfrm>
        </p:spPr>
        <p:txBody>
          <a:bodyPr>
            <a:noAutofit/>
          </a:bodyPr>
          <a:lstStyle/>
          <a:p>
            <a:pPr algn="l"/>
            <a:r>
              <a:rPr lang="en-US" sz="2800" b="1" dirty="0"/>
              <a:t>Yarmouk University Faculty</a:t>
            </a:r>
            <a:r>
              <a:rPr lang="en-US" sz="2800" dirty="0"/>
              <a:t>: Information Technology</a:t>
            </a:r>
          </a:p>
          <a:p>
            <a:pPr algn="l"/>
            <a:r>
              <a:rPr lang="en-US" sz="2800" b="1" dirty="0"/>
              <a:t>Department</a:t>
            </a:r>
            <a:r>
              <a:rPr lang="en-US" sz="2800" dirty="0"/>
              <a:t>: Business Information Technology</a:t>
            </a:r>
          </a:p>
          <a:p>
            <a:pPr algn="l"/>
            <a:r>
              <a:rPr lang="en-US" sz="2800" dirty="0"/>
              <a:t> </a:t>
            </a:r>
            <a:r>
              <a:rPr lang="en-US" sz="2800" b="1" dirty="0"/>
              <a:t>Supervisor</a:t>
            </a:r>
            <a:r>
              <a:rPr lang="en-US" sz="2800" dirty="0"/>
              <a:t>: Dr. </a:t>
            </a:r>
            <a:r>
              <a:rPr lang="en-US" sz="2800" dirty="0" err="1"/>
              <a:t>Ala’a</a:t>
            </a:r>
            <a:r>
              <a:rPr lang="en-US" sz="2800" dirty="0"/>
              <a:t> Al-Din Yousef Hammoud</a:t>
            </a:r>
          </a:p>
          <a:p>
            <a:pPr algn="l"/>
            <a:r>
              <a:rPr lang="en-US" sz="2800" b="1" dirty="0"/>
              <a:t>Team Members: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Hashem Al-</a:t>
            </a:r>
            <a:r>
              <a:rPr lang="en-US" sz="2800" dirty="0" err="1"/>
              <a:t>Rabee</a:t>
            </a:r>
            <a:r>
              <a:rPr lang="en-US" sz="2800" dirty="0"/>
              <a:t> – Team Leader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Assem Abu Diak -</a:t>
            </a:r>
            <a:r>
              <a:rPr lang="en-US" sz="3200" dirty="0"/>
              <a:t> Database </a:t>
            </a:r>
            <a:endParaRPr lang="en-US" sz="28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Heba Mahaftha - Frontend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Ikhlas Al-</a:t>
            </a:r>
            <a:r>
              <a:rPr lang="en-US" sz="2800" dirty="0" err="1"/>
              <a:t>Khaldi</a:t>
            </a:r>
            <a:r>
              <a:rPr lang="en-US" sz="3200" dirty="0"/>
              <a:t> -Backend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02111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B9BF8-69C7-4542-BF62-AAFC55A04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ED1C8-9634-474D-8687-10D1E98E1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Taste-Lens is an AI-powered system designed to help users decide where to go and what to eat based on their mood and preferences . The system focuses on personalization, simplicity , and improving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3141177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D2DE5-FC71-4978-B59C-FDEDF57C0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3F3BE-A691-4B73-8194-7022F0D11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pPr marL="0" indent="0">
              <a:buNone/>
            </a:pPr>
            <a:r>
              <a:rPr lang="en-US" dirty="0"/>
              <a:t>Users often face difficulty choosing suitable: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Restaurants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Cafés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Activities</a:t>
            </a:r>
          </a:p>
          <a:p>
            <a:pPr marL="0" indent="0">
              <a:buNone/>
            </a:pPr>
            <a:r>
              <a:rPr lang="en-US" dirty="0"/>
              <a:t>Most existing systems rely on ratings and popularity</a:t>
            </a:r>
            <a:br>
              <a:rPr lang="en-US" dirty="0"/>
            </a:br>
            <a:r>
              <a:rPr lang="en-US" dirty="0"/>
              <a:t>without considering the user’s emotional state.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452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B853B-823F-4727-AF34-F65E0F4F5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4151C-36A3-4C3C-84C9-E839EB4B1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 mood-based personalized 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 user decision-making experience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 time spent searching for suitable options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 a scalable and user-friendly system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18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57887-3A3D-43CB-897A-2F42C6E68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/>
              <a:t>Proposed Solution</a:t>
            </a:r>
            <a:br>
              <a:rPr lang="en-US" sz="3000" b="1" dirty="0"/>
            </a:b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19E5F-62E4-4AAE-B132-C271E0F1F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Taste Lens analyzes: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mood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preferences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location</a:t>
            </a:r>
          </a:p>
          <a:p>
            <a:pPr marL="0" indent="0">
              <a:buNone/>
            </a:pPr>
            <a:r>
              <a:rPr lang="en-US" dirty="0"/>
              <a:t>Then generates personalized recommendations</a:t>
            </a:r>
            <a:br>
              <a:rPr lang="en-US" dirty="0"/>
            </a:br>
            <a:r>
              <a:rPr lang="en-US" dirty="0"/>
              <a:t>through a simple and intuitive interface.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71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71CDA-5C15-438B-9C93-E41D654E9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000" b="1" dirty="0"/>
              <a:t>System Workflow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01AF2-9C5F-438F-8AC8-44B31F949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logs in to the system</a:t>
            </a:r>
          </a:p>
          <a:p>
            <a:r>
              <a:rPr lang="en-US" dirty="0"/>
              <a:t>User selects mood and preferences</a:t>
            </a:r>
          </a:p>
          <a:p>
            <a:r>
              <a:rPr lang="en-US" dirty="0"/>
              <a:t>System processes the input</a:t>
            </a:r>
          </a:p>
          <a:p>
            <a:r>
              <a:rPr lang="en-US" dirty="0"/>
              <a:t>Recommendations are generated</a:t>
            </a:r>
          </a:p>
          <a:p>
            <a:r>
              <a:rPr lang="en-US" dirty="0"/>
              <a:t>Results are displayed to the user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017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27008-2941-4599-A219-008B66568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/>
              <a:t>System Architecture</a:t>
            </a:r>
            <a:br>
              <a:rPr lang="en-US" sz="3000" b="1" dirty="0"/>
            </a:b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D331D-3867-437F-AB14-88873F181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system follows a client-server architecture: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Frontend (User Interface)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Backend (Business Logic &amp; APIs)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 (User &amp; recommendation data)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Recommendation Engine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733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02BFC-7264-4F69-8B23-0015B1284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/>
              <a:t>Main Features</a:t>
            </a:r>
            <a:br>
              <a:rPr lang="en-US" sz="3000" b="1" dirty="0"/>
            </a:br>
            <a:endParaRPr lang="en-US" sz="3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9D527-2314-4007-ABFE-DF13F7444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registration and login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Mood and preference selection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Smart recommendation generation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View recommendation details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feedback and rating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18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783CA-128B-455E-8E25-08D9C181D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/>
              <a:t>Database Design</a:t>
            </a:r>
            <a:br>
              <a:rPr lang="en-US" sz="3000" b="1" dirty="0"/>
            </a:b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E9074-3985-45BA-9FFF-F439958A0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entities in the database: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Preference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Recommendation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Feedback</a:t>
            </a:r>
          </a:p>
          <a:p>
            <a:r>
              <a:rPr lang="en-US" dirty="0"/>
              <a:t>This structure ensures data consistency and scalability.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976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5BC1C-230F-4B5F-AA7A-11F01EA1B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/>
              <a:t>Technologies Used</a:t>
            </a:r>
            <a:br>
              <a:rPr lang="en-US" sz="3000" b="1" dirty="0"/>
            </a:b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93EB2-0086-4588-A400-49742B3C0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Frontend: HTML, CSS, JavaScript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Backend: Node.js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Database: MySQL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Tools: Figma, Canva, Git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655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A009A-8058-483C-A862-13A37B8AE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/>
              <a:t>Team Contributions</a:t>
            </a:r>
            <a:br>
              <a:rPr lang="en-US" sz="3000" b="1" dirty="0"/>
            </a:b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809ED-D3E7-420E-9E2A-0CBD4AFED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Requirements Analysis &amp; System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Frontend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Backend &amp; Database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Testing &amp; Debugging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Documentation &amp; Presentation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099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0AB28-658F-4A4B-A2E8-48766D144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/>
              <a:t>Future Enhancements</a:t>
            </a:r>
            <a:br>
              <a:rPr lang="en-US" sz="3000" b="1" dirty="0"/>
            </a:b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F7B75-04D5-4ABD-B4F5-A762028EF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 and machine learning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Mobile application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Map and review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Learning from user behavior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589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75A04-C801-41DE-8BC1-4280FE84E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/>
              <a:t>Conclusion</a:t>
            </a:r>
            <a:br>
              <a:rPr lang="en-US" sz="3000" b="1" dirty="0"/>
            </a:b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5458B-59AB-435B-8CB9-611D5EF7D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Taste-Lens provides a smart and personalized solution</a:t>
            </a:r>
            <a:br>
              <a:rPr lang="en-US" dirty="0"/>
            </a:br>
            <a:r>
              <a:rPr lang="en-US" dirty="0"/>
              <a:t>that considers the user’s emotional context</a:t>
            </a:r>
            <a:br>
              <a:rPr lang="en-US" dirty="0"/>
            </a:br>
            <a:r>
              <a:rPr lang="en-US" dirty="0"/>
              <a:t>and improves the overall user experience.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648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9C07D-67FB-4698-B431-81FE2781C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2706"/>
            <a:ext cx="10515600" cy="5594257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/>
              <a:t>Thank </a:t>
            </a:r>
            <a:r>
              <a:rPr lang="en-US" b="1" dirty="0"/>
              <a:t>You</a:t>
            </a:r>
            <a:br>
              <a:rPr lang="en-US" dirty="0"/>
            </a:br>
            <a:r>
              <a:rPr lang="en-US" dirty="0"/>
              <a:t>Any Questions?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25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353</Words>
  <Application>Microsoft Office PowerPoint</Application>
  <PresentationFormat>Widescreen</PresentationFormat>
  <Paragraphs>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Taste-Lens AI-Powered Mood-Based Recommendation System</vt:lpstr>
      <vt:lpstr>Introduction</vt:lpstr>
      <vt:lpstr>Problem Statement</vt:lpstr>
      <vt:lpstr>Objectives</vt:lpstr>
      <vt:lpstr>Proposed Solution </vt:lpstr>
      <vt:lpstr>System Workflow </vt:lpstr>
      <vt:lpstr>System Architecture </vt:lpstr>
      <vt:lpstr>Main Features </vt:lpstr>
      <vt:lpstr>Database Design </vt:lpstr>
      <vt:lpstr>Technologies Used </vt:lpstr>
      <vt:lpstr>Team Contributions </vt:lpstr>
      <vt:lpstr>Future Enhancements </vt:lpstr>
      <vt:lpstr>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Taste-Lens AI-Powered Mood-Based Recommendation System</dc:title>
  <dc:creator>Hashem Alrabee</dc:creator>
  <cp:lastModifiedBy>Hashem Alrabee</cp:lastModifiedBy>
  <cp:revision>4</cp:revision>
  <dcterms:created xsi:type="dcterms:W3CDTF">2026-01-30T20:31:41Z</dcterms:created>
  <dcterms:modified xsi:type="dcterms:W3CDTF">2026-01-30T20:46:51Z</dcterms:modified>
</cp:coreProperties>
</file>